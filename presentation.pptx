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1차 과제 결과 보고서</a:t>
            </a:r>
          </a:p>
          <a:p>
            <a:pPr>
              <a:defRPr sz="2600" b="0">
                <a:solidFill>
                  <a:srgbClr val="BBBBBB"/>
                </a:solidFill>
              </a:defRPr>
            </a:pPr>
            <a:r>
              <a:t>Git을 활용한 코드 관리 및 픽셀 단위 이미지 처리 실습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600" b="0">
                <a:solidFill>
                  <a:srgbClr val="999999"/>
                </a:solidFill>
              </a:defRPr>
            </a:pPr>
            <a:r>
              <a:t>코멘토 직무부트캠프 Computer Vision</a:t>
            </a:r>
          </a:p>
          <a:p>
            <a:pPr>
              <a:defRPr sz="1600" b="0">
                <a:solidFill>
                  <a:srgbClr val="999999"/>
                </a:solidFill>
              </a:defRPr>
            </a:pPr>
            <a:r>
              <a:t>베어곰 멘토  | 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34495E"/>
                </a:solidFill>
              </a:defRPr>
            </a:pPr>
            <a:r>
              <a:t>[배경]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AI 기반 신제품 조직 신설, Computer Vision 기술로 사용자 편의성 증대 목표.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효율적 코드 관리와 픽셀 단위 이미지 처리는 CV 프로젝트 기초 역량.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[주제]   Git을 활용한 코드 관리 및 픽셀 단위 이미지 처리 실습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[요청내용]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1. Git 저장소 구성 및 실습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- GitHub 저장소 생성, 로컬 연동, 브랜치 관리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2. 픽셀 단위 이미지 처리 코드 작성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- OpenCV로 이미지 로드, HSV 변환, 특정 색상 필터링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3. Git 코드 관리 및 제출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- commit, push, PR 생성, merge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 저장소 구성 &amp; Branch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34495E"/>
                </a:solidFill>
              </a:defRPr>
            </a:pPr>
            <a:r>
              <a:t>1.1 GitHub 저장소 생성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"초기화 안 함" 상태로 생성 (No README / No .gitignore)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저장소 URL 복사 → 로컬 환경에 연동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1.2 로컬 환경 Git 연동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init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clone [저장소 URL]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pull origin main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2. Branch 및 Commit 실습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branch feature/image-processing</a:t>
            </a:r>
          </a:p>
          <a:p>
            <a:pPr>
              <a:defRPr sz="1600" b="0">
                <a:solidFill>
                  <a:srgbClr val="2980B9"/>
                </a:solidFill>
              </a:defRPr>
            </a:pPr>
            <a:r>
              <a:t>    &gt; git checkout feature/image-processing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[결과] jsm0308/Bootcamp-CV  +  feature/image-processing 브랜치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이미지 처리 코드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4495E"/>
                </a:solidFill>
              </a:defRPr>
            </a:pPr>
            <a:r>
              <a:t>OpenCV로 이미지 로드 → HSV 색상 공간 변환 → 빨간색 필터링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사용 함수: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cv2.imread()         이미지 로드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cv2.cvtColor()       BGR → HSV 변환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cv2.inRange()        빨간색 범위 마스킹 (2개)</a:t>
            </a:r>
          </a:p>
          <a:p>
            <a:pPr>
              <a:defRPr sz="1600" b="0">
                <a:solidFill>
                  <a:srgbClr val="E74C3C"/>
                </a:solidFill>
              </a:defRPr>
            </a:pPr>
            <a:r>
              <a:t>  cv2.bitwise_or()     두 마스크 합치기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cv2.bitwise_and()    원본 × 마스크 → 결과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cv2.imwrite()        결과 저장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800" b="0">
                <a:solidFill>
                  <a:srgbClr val="E74C3C"/>
                </a:solidFill>
              </a:defRPr>
            </a:pPr>
            <a:r>
              <a:t>[주의] mask1 + mask2 → cv2.bitwise_or 로 교체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uint8에서 255+255=510 overflow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4495E"/>
                </a:solidFill>
              </a:defRPr>
            </a:pPr>
            <a:r>
              <a:t>Core Code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import cv2, numpy as np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image = cv2.imread('sample.jpg')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hsv = cv2.cvtColor(image,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        cv2.COLOR_BGR2HSV)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</a:p>
          <a:p>
            <a:pPr>
              <a:defRPr sz="1400" b="0">
                <a:solidFill>
                  <a:srgbClr val="E74C3C"/>
                </a:solidFill>
              </a:defRPr>
            </a:pPr>
            <a:r>
              <a:t>lower_red1 = [0, 120, 70]</a:t>
            </a:r>
          </a:p>
          <a:p>
            <a:pPr>
              <a:defRPr sz="1400" b="0">
                <a:solidFill>
                  <a:srgbClr val="E74C3C"/>
                </a:solidFill>
              </a:defRPr>
            </a:pPr>
            <a:r>
              <a:t>upper_red1 = [10, 255, 255]</a:t>
            </a:r>
          </a:p>
          <a:p>
            <a:pPr>
              <a:defRPr sz="1400" b="0">
                <a:solidFill>
                  <a:srgbClr val="E74C3C"/>
                </a:solidFill>
              </a:defRPr>
            </a:pPr>
            <a:r>
              <a:t>lower_red2 = [170, 120, 70]</a:t>
            </a:r>
          </a:p>
          <a:p>
            <a:pPr>
              <a:defRPr sz="1400" b="0">
                <a:solidFill>
                  <a:srgbClr val="E74C3C"/>
                </a:solidFill>
              </a:defRPr>
            </a:pPr>
            <a:r>
              <a:t>upper_red2 = [180, 255, 255]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mask1 = cv2.inRange(hsv, ...)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mask2 = cv2.inRange(hsv, ...)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mask = cv2.bitwise_or(m1, m2)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result = cv2.bitwise_and(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  image,image, mask=mask)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cv2.imwrite(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  'red_filtered.jpg',</a:t>
            </a:r>
          </a:p>
          <a:p>
            <a:pPr>
              <a:defRPr sz="1400" b="0">
                <a:solidFill>
                  <a:srgbClr val="555555"/>
                </a:solidFill>
              </a:defRPr>
            </a:pPr>
            <a:r>
              <a:t>    result)</a:t>
            </a:r>
          </a:p>
        </p:txBody>
      </p:sp>
      <p:pic>
        <p:nvPicPr>
          <p:cNvPr id="6" name="Picture 5" descr="jsm0308-Bootcamp-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11680"/>
            <a:ext cx="4114800" cy="1903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555555"/>
                </a:solidFill>
              </a:defRPr>
            </a:pPr>
            <a:r>
              <a:t>POC: red.py는 추가 라이브러리 없이 OpenCV + NumPy만으로 구현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 최종 제출 &amp; Pull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34495E"/>
                </a:solidFill>
              </a:defRPr>
            </a:pPr>
            <a:r>
              <a:t>4. Git 최종 코드 제출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status                  # 변경 사항 확인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add .                   # 변경된 파일 추가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commit -m "..message.."  # 커밋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push origin [...]       # 원격 저장소 업로드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34495E"/>
                </a:solidFill>
              </a:defRPr>
            </a:pPr>
            <a:r>
              <a:t>5. Pull Request &amp; Merge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GitHub에서 PR 생성 → 리뷰어 추가 → 코드 리뷰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checkout main           # main 브랜치로 이동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merge [브랜치 이름]     # 변경 내용 병합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  &gt; git push origin main        # 최종 푸시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[결과] PR #1 생성 → main Fast-forward merge 완료</a:t>
            </a:r>
          </a:p>
          <a:p>
            <a:pPr>
              <a:defRPr sz="1400" b="0">
                <a:solidFill>
                  <a:srgbClr val="2980B9"/>
                </a:solidFill>
              </a:defRPr>
            </a:pPr>
            <a:r>
              <a:t>        https://github.com/jsm0308/Bootcamp-CV/pull/1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추가 요청: HuggingFace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4495E"/>
                </a:solidFill>
              </a:defRPr>
            </a:pPr>
            <a:r>
              <a:t>HuggingFace ethz/food101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75,750장 / 101종 / 평균 502x476 px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E74C3C"/>
                </a:solidFill>
              </a:defRPr>
            </a:pPr>
            <a:r>
              <a:t>[기본 문제]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1) 크기 조정      → cv2.resize() 224 X 224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2) Grayscale      → cv2.cvtColor(..., GRAY)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3) Normalize      → / 255.0  [0, 1]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4) Blur 필터     → cv2.GaussianBlur(5x5)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5) 데이터 증강   → 좌우반전, 15도회전, 밝기+30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2200" b="1">
                <a:solidFill>
                  <a:srgbClr val="E74C3C"/>
                </a:solidFill>
              </a:defRPr>
            </a:pPr>
            <a:r>
              <a:t>[심화 문제]  이상치 탐지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- 너무 어두운 이미지: np.mean(gray) &lt; 30 → skip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  - 객체 작은 이미지: OTSU threshold → contour 면적 &lt; 10% → skip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의존성: OpenCV + NumPy + datasets + pandas 만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555555"/>
                </a:solidFill>
              </a:defRPr>
            </a:pPr>
            <a:r>
              <a:t>image_preprocessing.py 전체 파이프라인 → 5개 샘플 × 4종 증강 = preprocessed_samples/ 20장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Red Filtered</a:t>
            </a:r>
          </a:p>
        </p:txBody>
      </p:sp>
      <p:pic>
        <p:nvPicPr>
          <p:cNvPr id="6" name="Picture 5" descr="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2011680" cy="1734039"/>
          </a:xfrm>
          <a:prstGeom prst="rect">
            <a:avLst/>
          </a:prstGeom>
        </p:spPr>
      </p:pic>
      <p:pic>
        <p:nvPicPr>
          <p:cNvPr id="7" name="Picture 6" descr="red_filte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2011680" cy="1734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Raw Food101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Preprocessed</a:t>
            </a:r>
          </a:p>
        </p:txBody>
      </p:sp>
      <p:pic>
        <p:nvPicPr>
          <p:cNvPr id="10" name="Picture 9" descr="01_beignets_ra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31920"/>
            <a:ext cx="2011680" cy="2682240"/>
          </a:xfrm>
          <a:prstGeom prst="rect">
            <a:avLst/>
          </a:prstGeom>
        </p:spPr>
      </p:pic>
      <p:pic>
        <p:nvPicPr>
          <p:cNvPr id="11" name="Picture 10" descr="01_beignets_preprocess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931920"/>
            <a:ext cx="201168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555555"/>
                </a:solidFill>
              </a:defRPr>
            </a:pPr>
            <a:r>
              <a:t>left: original images | right: after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34495E"/>
                </a:solidFill>
              </a:defRPr>
            </a:pPr>
            <a:r>
              <a:t>저장소: jsm0308/Bootcamp-CV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git/  → 핵심 과제: red.py (빨간색 검출)</a:t>
            </a:r>
          </a:p>
          <a:p>
            <a:pPr>
              <a:defRPr sz="1600" b="0">
                <a:solidFill>
                  <a:srgbClr val="555555"/>
                </a:solidFill>
              </a:defRPr>
            </a:pPr>
            <a:r>
              <a:t>huggingface/ → 추가 과제: dataset.py, image_preprocessing.py</a:t>
            </a:r>
          </a:p>
        </p:txBody>
      </p:sp>
      <p:pic>
        <p:nvPicPr>
          <p:cNvPr id="5" name="Picture 4" descr="jsm0308-Bootcamp-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</a:defRPr>
            </a:pPr>
            <a: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BBBBBB"/>
                </a:solidFill>
              </a:defRPr>
            </a:pPr>
            <a:r>
              <a:t>    Status  Item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Git 저장소 구성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Branch / PR / Merge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red.py 빨간색 검출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dataset.py Food101 + pandas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image_preprocessing.py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Resize 224x224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Grayscale + Normalize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GaussianBlur 노이즈 제거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증강 3종 (flip, rotate, bright)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이상치 탐지 2종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전처리 결과물 20장</a:t>
            </a:r>
          </a:p>
          <a:p>
            <a:pPr>
              <a:defRPr sz="1600" b="0">
                <a:solidFill>
                  <a:srgbClr val="27AE60"/>
                </a:solidFill>
              </a:defRPr>
            </a:pPr>
            <a:r>
              <a:t>    [O]    PPT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1. HSV가 RGB보다 실용적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조명 변화에 강하고, 색상 개념에 가깝다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2. cv2.bitwise_or vs + 연산자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255+255=510 overflow. 비트연산이 정답.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3. pandas EDA 먼저, 전처리는 그 다음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데이터 분포 먼저 파악하고 전략 수립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4. Git branch는 혼자여도 의미있다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실수 복구 쉽고, 작업 단위가 명확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5. OpenCV+NumPy만으로 충분</a:t>
            </a:r>
          </a:p>
          <a:p>
            <a:pPr>
              <a:defRPr sz="1400" b="0">
                <a:solidFill>
                  <a:srgbClr val="AAAAAA"/>
                </a:solidFill>
              </a:defRPr>
            </a:pPr>
            <a:r>
              <a:t>   추가 의존성 없이 기본 함수 조합으로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